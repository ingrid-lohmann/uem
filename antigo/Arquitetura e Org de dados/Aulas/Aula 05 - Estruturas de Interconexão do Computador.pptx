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357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5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28/01/2022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Estruturas de Interconexão do Computador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="" xmlns:a16="http://schemas.microsoft.com/office/drawing/2014/main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Os componentes principais de um computador (processador, memória principal e módulos de E/S) precisam ser conectados entre si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Representa o Modelo de Von Neumann!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O que faz a conexão com os componentes é o </a:t>
            </a:r>
            <a:r>
              <a:rPr lang="pt-BR" u="sng" dirty="0" smtClean="0"/>
              <a:t>barramento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Veremos um exemplo a seguir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Componentes Básicos do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906" y="1350963"/>
            <a:ext cx="5322887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88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Componentes Básicos do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CPU troca dados com a memória usando os registradores MAR e o MBR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MAR especifica o endereço da memória a ser usado pela próxima instrução de leitura ou escrita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MBR contém um valor a ser gravado na memória ou recebe um valor lido da memória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O registrador I/O AR especifica um determinado dispositivo de E/S</a:t>
            </a:r>
          </a:p>
          <a:p>
            <a:pPr algn="just"/>
            <a:r>
              <a:rPr lang="pt-BR" dirty="0" smtClean="0"/>
              <a:t>O registrador I/O BR é usado para a troca de dados entre módulo de E/S e a CPU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66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Transferência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Memória para o Processador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407" y="1609725"/>
            <a:ext cx="551973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81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Transferência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Processador para a Memória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82" y="1676400"/>
            <a:ext cx="5545137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91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Transferência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Módulo E/S para o Processador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1582738"/>
            <a:ext cx="5651500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680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Transferência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Processador para o Módulo E/S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04" y="1671145"/>
            <a:ext cx="5508782" cy="481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43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Transferência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Módulo E/S para a Memória (DMA)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18" y="1665287"/>
            <a:ext cx="5603875" cy="482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021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Conexões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Todas as unidades de um sistema computacional precisam estar conectadas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Porém, existem tipos diferentes de conexões para os diferentes módulos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Módulo de Entrada/Saída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35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Módulos de um Computador e suas Conexões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Exemplo: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17" y="2074425"/>
            <a:ext cx="8209252" cy="441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832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da Memória Principal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memória principal é composta por N palavras de mesmo tamanho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Ela recebe e envia palavras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Endereços (de posições)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Dados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Recebe sinais de controle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Leitura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Escrita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23307"/>
            <a:ext cx="5584825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211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de 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Recebe sinais de controle do computador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Envia sinais de controle para os dispositivos externos (periféricos)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Como ligar o motor do HD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Recebe endereços do computador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da porta para identificar periférico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Envia sinais de interrupção (controle)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2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de 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Operação de Saída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Recebe dados do computador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Envia dados para a interface de um dispositivo externo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262" y="3195100"/>
            <a:ext cx="5464175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818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de 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Operação de Entrada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Recebe dados da interface de um dispositivo externo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Envia dados para o computador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956" y="3177320"/>
            <a:ext cx="563880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47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de 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Funciona similarmente à memória, do ponto de vista da CPU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Cada interface (porta) é identificada por um endereço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268" y="1745527"/>
            <a:ext cx="7496175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81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Conexão da CPU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que essa conexão faz?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Lê instruções e dados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Escreve dados (após processamento)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Envia sinais de endereçamento para outras unidades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Envia sinais de controle para outras unidades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Memória e Módulo de E/S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Recebe (e processa) as interrupções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713" y="4043362"/>
            <a:ext cx="4840287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95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Barramento (Bus)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Meio de comunicação entre dois ou mais dispositivos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Sinais colocados em um barramento são recebidos por todos os dispositivos (broadcast)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Apenas um módulo pode escrever em um barramento em um dado instante!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Geralmente é agrupado (vários canais em um só barramento)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Barramento de 32 bits é um conjunto de 32 canais de 1 bit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08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Diagrama de Interconexão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No diagrama acima o barramento está dividido em: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Barramento de Dados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Barramento de Endereço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Barramento de Controle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1352549"/>
            <a:ext cx="9290050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9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Barramento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Transmite dados (obviamente!)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Observe que não há distinção entre “dado” e “instrução” neste nível (estamos fora da CPU).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Largura do barramento é um </a:t>
            </a:r>
            <a:r>
              <a:rPr lang="pt-BR" smtClean="0"/>
              <a:t>fator </a:t>
            </a:r>
            <a:r>
              <a:rPr lang="pt-BR" smtClean="0"/>
              <a:t>determinante </a:t>
            </a:r>
            <a:r>
              <a:rPr lang="pt-BR" dirty="0" smtClean="0"/>
              <a:t>no desempenho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Larguras de barramento de dados comuns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16 bits (Intel 8086)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32 bits (Intel Pentium)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64 bits (Intel Xeon – Core2Duo/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Quad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– corei3/5/7)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41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Barramento de Endereço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Usado para identificar a fonte e o destino dos dados que trafegam no barramento de dados</a:t>
            </a:r>
          </a:p>
          <a:p>
            <a:pPr lvl="1" algn="just"/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Ex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: CPU precisa ler uma instrução de uma determinada posição da memória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Largura do barramento de endereço determina a capacidade de memória máxima no sistema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Intel 8086 tem um barramento de endereço de 16 bits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Memória máxima disponível: 2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16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= 65536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3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Barramento de Controle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Controle e temporização da informação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Sinais de leitura e escrita para a memória principal ou para dispositivos de E/S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Requisitos de interrupção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Sinais de controle gerais, tais como: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Requisição de uso do barramento por um módulo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Sinal de término de uso do barramento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Inicialização (reset) de dispositivos, etc.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26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Aspectos Físicos dos Barramentos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Conectores de borda de placa de expansão</a:t>
            </a:r>
          </a:p>
          <a:p>
            <a:pPr algn="just"/>
            <a:r>
              <a:rPr lang="pt-BR" dirty="0" smtClean="0"/>
              <a:t>Cabos paralelos</a:t>
            </a:r>
          </a:p>
          <a:p>
            <a:pPr algn="just"/>
            <a:r>
              <a:rPr lang="pt-BR" dirty="0" smtClean="0"/>
              <a:t>Linhas paralelas em placas de circuito impresso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9" y="3116263"/>
            <a:ext cx="8167688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290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Implementações de Barramentos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Quanto ao número de barramentos no sistema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Barramento Único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O sistema todo interconectado pelo mesmo barramento</a:t>
            </a:r>
          </a:p>
          <a:p>
            <a:pPr lvl="2" algn="just"/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Múltiplos Barramentos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Mais de um barramento no sistema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Utilizado atualmente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2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Barramento Único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Vantagem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Mais simples de implementar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Desvantagens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Condutores longos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Tempo maior de propagação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Muitos dispositivos ligados no mesmo meio de transmissão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Significa que a coordenação do uso do barramento pode afetar o desempenho geral do sistema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Dispositivos com diferentes velocidades de transmissão limitam a taxa de transferência total no barramento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9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Classificação de Barramentos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Dedicado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Linhas separadas para dados e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Mais utilizado atualmente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Multiplexado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Possui linhas compartilhadas entre dados e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Necessita de uma linha de controle a mais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Indica se há dados ou endereços trafegando no barramento naquele instante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30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Classificação de Barramentos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Multiplexado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Vantagem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Necessita de menos condutores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Desvantagens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Controle mais complexo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Pode diminuir o desempenho pois compartilha um só canal para endereços e dados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91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Arbitragem do Barramento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Apenas um módulo pode controlar o barramento por vez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Apesar de mais de um módulo poder ler ao mesmo tempo</a:t>
            </a:r>
          </a:p>
          <a:p>
            <a:pPr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smtClean="0"/>
              <a:t>O que acontece se mais de um módulo solicitar o controle do barramento?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Precisamos estabelecer regras para ceder o controle do barramento: Arbitragem do Barramento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 regras definem mestre (que controla) e escravos (que são controlados)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arbitragem pode ser centralizada ou distribuída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56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Arbitragem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Centralizada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Somente um “dispositivo” controla o acesso ao barramento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Árbitro decide quem poderá controlar o barramento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Pode ser parte da CPU ou um dispositivo dedicado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Distribuída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Cada módulo pode decidir controlar o barramento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Necessária de uma lógica de controle em todos os módulos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47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Gargalo de Von Neumann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Refere-se ao congestionamento no tráfego nos barramentos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Vai endereço da instrução, volta instrução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Vão endereços dos operandos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Vão e voltam operandos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Para eliminar o gargalo é preciso </a:t>
            </a:r>
            <a:r>
              <a:rPr lang="pt-BR" u="sng" dirty="0" smtClean="0"/>
              <a:t>diminuir tráfego de informações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Manter informações na CPU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Inclusão de mais registradores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Memória Cache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Compactar informações transferidas</a:t>
            </a:r>
          </a:p>
          <a:p>
            <a:pPr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3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="" xmlns:a16="http://schemas.microsoft.com/office/drawing/2014/main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31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4988</TotalTime>
  <Words>1192</Words>
  <Application>Microsoft Office PowerPoint</Application>
  <PresentationFormat>Widescreen</PresentationFormat>
  <Paragraphs>271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Calibri</vt:lpstr>
      <vt:lpstr>Tema do Office</vt:lpstr>
      <vt:lpstr>Estruturas de Interconexão do Computador</vt:lpstr>
      <vt:lpstr>Introdução</vt:lpstr>
      <vt:lpstr>Componentes Básicos do Computador</vt:lpstr>
      <vt:lpstr>Componentes Básicos do Computador</vt:lpstr>
      <vt:lpstr>Tipos de Transferência</vt:lpstr>
      <vt:lpstr>Tipos de Transferência</vt:lpstr>
      <vt:lpstr>Tipos de Transferência</vt:lpstr>
      <vt:lpstr>Tipos de Transferência</vt:lpstr>
      <vt:lpstr>Tipos de Transferência</vt:lpstr>
      <vt:lpstr>Tipos de Conexões</vt:lpstr>
      <vt:lpstr>Módulos de um Computador e suas Conexões</vt:lpstr>
      <vt:lpstr>Conexão da Memória Principal</vt:lpstr>
      <vt:lpstr>Conexão de Entrada/Saída</vt:lpstr>
      <vt:lpstr>Conexão de Entrada/Saída</vt:lpstr>
      <vt:lpstr>Conexão de Entrada/Saída</vt:lpstr>
      <vt:lpstr>Conexão de Entrada/Saída</vt:lpstr>
      <vt:lpstr>Conexão da CPU</vt:lpstr>
      <vt:lpstr>Barramento (Bus)</vt:lpstr>
      <vt:lpstr>Diagrama de Interconexão</vt:lpstr>
      <vt:lpstr>Barramento de Dados</vt:lpstr>
      <vt:lpstr>Barramento de Endereço</vt:lpstr>
      <vt:lpstr>Barramento de Controle</vt:lpstr>
      <vt:lpstr>Aspectos Físicos dos Barramentos</vt:lpstr>
      <vt:lpstr>Implementações de Barramentos</vt:lpstr>
      <vt:lpstr>Barramento Único</vt:lpstr>
      <vt:lpstr>Classificação de Barramentos</vt:lpstr>
      <vt:lpstr>Classificação de Barramentos</vt:lpstr>
      <vt:lpstr>Arbitragem do Barramento</vt:lpstr>
      <vt:lpstr>Tipos de Arbitragem</vt:lpstr>
      <vt:lpstr>Gargalo de Von Neumann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491</cp:revision>
  <dcterms:created xsi:type="dcterms:W3CDTF">2018-05-19T12:58:17Z</dcterms:created>
  <dcterms:modified xsi:type="dcterms:W3CDTF">2022-01-28T23:40:59Z</dcterms:modified>
</cp:coreProperties>
</file>